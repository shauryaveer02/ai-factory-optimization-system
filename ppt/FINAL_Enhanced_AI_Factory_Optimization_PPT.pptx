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91440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</a:defRPr>
            </a:pPr>
            <a:r>
              <a:t>AI-Powered Factory Optimization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6B6D4"/>
                </a:solidFill>
              </a:defRPr>
            </a:pPr>
            <a:r>
              <a:t>Enterprise Machine Learning Internship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754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2062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AI-driven logistics optimization platform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Predictive lead-time estimation system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Factory recommendation intelligence engine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Enterprise operational analytics framework</a:t>
            </a:r>
          </a:p>
        </p:txBody>
      </p:sp>
      <p:pic>
        <p:nvPicPr>
          <p:cNvPr id="8" name="Picture 7" descr="final_theme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074670"/>
            <a:ext cx="8321040" cy="30518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Enterprise Internship Presentation • AI Factory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91440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</a:defRPr>
            </a:pPr>
            <a:r>
              <a:t>Industry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6B6D4"/>
                </a:solidFill>
              </a:defRPr>
            </a:pPr>
            <a:r>
              <a:t>Supply Chain &amp; Logistics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754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2062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Inefficient factory allocation increases delays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Traditional systems lack predictive intelligence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Operational inefficiencies increase logistics cost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Businesses require scalable AI optimization systems</a:t>
            </a:r>
          </a:p>
        </p:txBody>
      </p:sp>
      <p:pic>
        <p:nvPicPr>
          <p:cNvPr id="8" name="Picture 7" descr="final_theme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413758"/>
            <a:ext cx="8321040" cy="28498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Enterprise Internship Presentation • AI Factory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91440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6B6D4"/>
                </a:solidFill>
              </a:defRPr>
            </a:pPr>
            <a:r>
              <a:t>Optimization &amp; Decision Intelligence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754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2062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Predict delivery lead times using ML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Optimize product-to-factory allocation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Reduce operational delays and risk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Build scalable enterprise recommendation engine</a:t>
            </a:r>
          </a:p>
        </p:txBody>
      </p:sp>
      <p:pic>
        <p:nvPicPr>
          <p:cNvPr id="8" name="Picture 7" descr="final_theme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53738"/>
            <a:ext cx="8155577" cy="30099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Enterprise Internship Presentation • AI Factory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91440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</a:defRPr>
            </a:pPr>
            <a:r>
              <a:t>Dataset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6B6D4"/>
                </a:solidFill>
              </a:defRPr>
            </a:pPr>
            <a:r>
              <a:t>Operational Data Processing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754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2062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Processed logistics, regional and sales data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Generated lead-time and distance metrics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Applied Label Encoding for ML processing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Created operational simulation variables</a:t>
            </a:r>
          </a:p>
        </p:txBody>
      </p:sp>
      <p:pic>
        <p:nvPicPr>
          <p:cNvPr id="8" name="Picture 7" descr="final_theme_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3383279"/>
            <a:ext cx="8321041" cy="2884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Enterprise Internship Presentation • AI Factory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91440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</a:defRPr>
            </a:pPr>
            <a:r>
              <a:t>Machine Learning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6B6D4"/>
                </a:solidFill>
              </a:defRPr>
            </a:pPr>
            <a:r>
              <a:t>Predictive Analytics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754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2062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Implemented Random Forest Regressor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Performed Train/Test split validation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Evaluated MAE, RMSE and R² metrics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Generated predictive operational insights</a:t>
            </a:r>
          </a:p>
        </p:txBody>
      </p:sp>
      <p:pic>
        <p:nvPicPr>
          <p:cNvPr id="8" name="Picture 7" descr="final_theme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429000"/>
            <a:ext cx="8321040" cy="28333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Enterprise Internship Presentation • AI Factory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91440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</a:defRPr>
            </a:pPr>
            <a:r>
              <a:t>Feature Importance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6B6D4"/>
                </a:solidFill>
              </a:defRPr>
            </a:pPr>
            <a:r>
              <a:t>Operational Intelligence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754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2062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Distance identified as strongest operational factor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Sales and cost influenced logistics performance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Regional behavior affected delivery efficiency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Insights support AI-driven factory optimization</a:t>
            </a:r>
          </a:p>
        </p:txBody>
      </p:sp>
      <p:pic>
        <p:nvPicPr>
          <p:cNvPr id="8" name="Picture 7" descr="final_featur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108961"/>
            <a:ext cx="8321040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Enterprise Internship Presentation • AI Factory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91440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</a:defRPr>
            </a:pPr>
            <a:r>
              <a:t>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6B6D4"/>
                </a:solidFill>
              </a:defRPr>
            </a:pPr>
            <a:r>
              <a:t>AI Decision Intelligence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754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2062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Simulates alternate factory assignments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Predicts lead-time performance scenarios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Ranks factories using ML predictions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Calculates improvement opportunities</a:t>
            </a:r>
          </a:p>
        </p:txBody>
      </p:sp>
      <p:pic>
        <p:nvPicPr>
          <p:cNvPr id="8" name="Picture 7" descr="final_theme_im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8" y="3133452"/>
            <a:ext cx="8321041" cy="2992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Enterprise Internship Presentation • AI Factory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91440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</a:defRPr>
            </a:pPr>
            <a:r>
              <a:t>Business Impact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6B6D4"/>
                </a:solidFill>
              </a:defRPr>
            </a:pPr>
            <a:r>
              <a:t>Enterprise Value Generated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754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2062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Improved logistics optimization capability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Enabled AI-assisted operational decisions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Reduced estimated delivery delays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Designed scalable enterprise-ready architecture</a:t>
            </a:r>
          </a:p>
        </p:txBody>
      </p:sp>
      <p:pic>
        <p:nvPicPr>
          <p:cNvPr id="8" name="Picture 7" descr="final_theme_im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3253738"/>
            <a:ext cx="8046721" cy="30365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Enterprise Internship Presentation • AI Factory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91440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6B6D4"/>
                </a:solidFill>
              </a:defRPr>
            </a:pPr>
            <a:r>
              <a:t>Advanced Enterprise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754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2062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Real-time GPS &amp; warehouse integration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IoT-enabled supply-chain monitoring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Reinforcement Learning optimization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Interactive Streamlit dashboard deployment</a:t>
            </a:r>
          </a:p>
        </p:txBody>
      </p:sp>
      <p:pic>
        <p:nvPicPr>
          <p:cNvPr id="8" name="Picture 7" descr="final_theme_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3253738"/>
            <a:ext cx="8321041" cy="2903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Enterprise Internship Presentation • AI Factory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"/>
            <a:ext cx="91440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6B6D4"/>
                </a:solidFill>
              </a:defRPr>
            </a:pPr>
            <a:r>
              <a:t>AI for Smarter Supply Chains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754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42062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Machine Learning enhances logistics intelligence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Recommendation systems improve operational planning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Predictive analytics supports enterprise optimization</a:t>
            </a:r>
          </a:p>
          <a:p>
            <a:pPr>
              <a:defRPr sz="1700">
                <a:solidFill>
                  <a:srgbClr val="1F2937"/>
                </a:solidFill>
              </a:defRPr>
            </a:pPr>
            <a:r>
              <a:t>Architecture scalable for future deployment</a:t>
            </a:r>
          </a:p>
        </p:txBody>
      </p:sp>
      <p:pic>
        <p:nvPicPr>
          <p:cNvPr id="8" name="Picture 7" descr="final_theme_im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429000"/>
            <a:ext cx="8321040" cy="28270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2636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Enterprise Internship Presentation • AI Factory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326</Words>
  <Application>Microsoft Office PowerPoint</Application>
  <PresentationFormat>On-screen Show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AGGARWAL</cp:lastModifiedBy>
  <cp:revision>2</cp:revision>
  <dcterms:created xsi:type="dcterms:W3CDTF">2013-01-27T09:14:16Z</dcterms:created>
  <dcterms:modified xsi:type="dcterms:W3CDTF">2026-05-18T06:45:06Z</dcterms:modified>
  <cp:category/>
</cp:coreProperties>
</file>